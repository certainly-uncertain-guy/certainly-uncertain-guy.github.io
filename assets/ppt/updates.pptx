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59"/>
  </p:normalViewPr>
  <p:slideViewPr>
    <p:cSldViewPr snapToGrid="0">
      <p:cViewPr varScale="1">
        <p:scale>
          <a:sx n="149" d="100"/>
          <a:sy n="149" d="100"/>
        </p:scale>
        <p:origin x="1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24018-13FD-B843-A70B-F6EFB5CFD525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BDDA7-563E-5F4F-88F3-67E547A18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1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BDDA7-563E-5F4F-88F3-67E547A183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4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6F2F-063B-5BB7-41C8-6A1975A24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CBCDD-EC6D-CF26-14B3-35C830B4C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8CB36-106C-99C8-87EB-E3EF4ED4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E77FB-E4BD-3C45-AEE1-3DB9E8098DFE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2BAC3-5DCD-18F8-4137-ADB657F6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2F7E8-E7B5-2A79-F087-91BC7BCC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1E9-8FFD-D044-AFA1-6AC55394E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5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6DAD-C8D4-5382-37E7-5B6735AB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67006-048A-749B-D324-7A7291B9E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3C21A-EC42-7AAF-8110-DFF6F56C9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E77FB-E4BD-3C45-AEE1-3DB9E8098DFE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16FA5-8661-33F8-C7EE-02473484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3232C-0180-2151-EA94-BAD11374C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1E9-8FFD-D044-AFA1-6AC55394E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5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C0D8E-9796-364C-3D6E-659B633C8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355CE-F300-FAD5-54F0-43C17CCDE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247D4-C643-99FB-9D19-73DDFC6E3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E77FB-E4BD-3C45-AEE1-3DB9E8098DFE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DC557-8A3E-982B-D196-7F9C2E86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1992F-D557-FC54-A702-2895E923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1E9-8FFD-D044-AFA1-6AC55394E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597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6BF2E-43A4-C0DE-50F0-DFDB1EAB1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8EF4E-7419-C091-8ABD-70B0DA630D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5161CE-9CB5-4278-6A40-4BB473D89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679AB-0B94-BC17-868E-D82402EE3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E77FB-E4BD-3C45-AEE1-3DB9E8098DFE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F6ED1-B2AB-8863-9C56-33D04C9CA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4ED5C-BA1D-43E4-0DFB-C453D9EA9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1E9-8FFD-D044-AFA1-6AC55394E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69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C0631-5F4B-52B4-9FD7-BFD6FEA7C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C9214-DE04-8E25-A975-E0F393685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F6166-DBB1-963B-F3F1-59800A9FE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DD04D-E957-0B29-2EDC-E35ADC5C4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315D5E-4884-672D-1E2F-EA1FE3681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99A069-5078-B844-C860-CFC487E3D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E77FB-E4BD-3C45-AEE1-3DB9E8098DFE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17A19E-40BF-6668-129D-D4993F14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646DF8-CC31-E930-1C54-8EBAE173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1E9-8FFD-D044-AFA1-6AC55394E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5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180CB-74AA-99E2-8EC2-D5F45307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B9AC9-EA73-B2F7-C9CD-9BC00069F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E77FB-E4BD-3C45-AEE1-3DB9E8098DFE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EDCE2A-A9C2-DF92-09F7-D1B10F88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6FD3C-C18F-84EE-CF40-CFAF849E1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1E9-8FFD-D044-AFA1-6AC55394E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7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547B0-B78C-E000-59B0-E076796C9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E77FB-E4BD-3C45-AEE1-3DB9E8098DFE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B88E37-38CF-4322-4CFE-B6B7FF613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D3596-6876-BAF3-1403-90AD791E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1E9-8FFD-D044-AFA1-6AC55394E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03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FFD3-16FC-903F-E8B5-C16033E5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AB027-D76D-9CB6-B63D-72C822B8E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95D65-F09F-57C7-E708-3E3A690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8EA6C-B60B-D873-962A-8F5D3FCD1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E77FB-E4BD-3C45-AEE1-3DB9E8098DFE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7E382-8DA4-3CF2-9AC1-3B73F62C7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F50DC-869D-8887-B20A-C6FC214D0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1E9-8FFD-D044-AFA1-6AC55394E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25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D3954-A21F-977C-17CF-8C3FC78DC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E63127-1C0F-4243-02F0-179F8849E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09453-06F1-C3EA-F0EF-0DDA62FC4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3BFDD-2F70-CCE4-49AB-5BD64149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E77FB-E4BD-3C45-AEE1-3DB9E8098DFE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A2D86-53A5-A5E5-2C96-B555072B4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1CB14-F132-65EC-E4B1-502CB377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1E9-8FFD-D044-AFA1-6AC55394E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28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9AF5-CD58-C846-2F50-328216E98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BC1AA-0EBF-906C-9E1C-26B1DC0D9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3B3B0-B2C1-4C03-0AB0-191B1A1B7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E77FB-E4BD-3C45-AEE1-3DB9E8098DFE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6C848-67A9-25EA-CA8E-B50C434D8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50A4C-DD07-C65C-96CA-8321A20C2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1E9-8FFD-D044-AFA1-6AC55394E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12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84B9C5-E3E9-731E-7FC4-92CB4E475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7FF01-18C2-DEC0-0148-11717B8E9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6B197-AA22-7A44-875F-C926AB3CD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E77FB-E4BD-3C45-AEE1-3DB9E8098DFE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355E6-6136-4BC9-9C93-DC7166CDD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89FC9-8A5D-9AE1-1976-2FC59ED59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1E9-8FFD-D044-AFA1-6AC55394E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77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4D379-A14F-DB3A-BA0E-0BFE38F05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23C6F-B09B-A6DD-4131-A4F103183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17974-9FE6-922B-9299-94DC23715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E77FB-E4BD-3C45-AEE1-3DB9E8098DFE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C5A8-F2E7-790C-8391-26E04A7D4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A9398-0DF6-4065-5BFF-850DFF493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8A1E9-8FFD-D044-AFA1-6AC55394E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23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BFB17E-8BD6-0421-F51E-E808C328F9EE}"/>
              </a:ext>
            </a:extLst>
          </p:cNvPr>
          <p:cNvSpPr txBox="1"/>
          <p:nvPr/>
        </p:nvSpPr>
        <p:spPr>
          <a:xfrm>
            <a:off x="0" y="0"/>
            <a:ext cx="2591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Plan for week of July 27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D4783-4CEF-7600-2D3A-A9F8D3CBE699}"/>
              </a:ext>
            </a:extLst>
          </p:cNvPr>
          <p:cNvSpPr txBox="1"/>
          <p:nvPr/>
        </p:nvSpPr>
        <p:spPr>
          <a:xfrm>
            <a:off x="6096000" y="0"/>
            <a:ext cx="2945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Progress in week of July 20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5B6739-2FA2-3CD3-D86B-C71F32BCDC75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8FF23EA-AAFC-58F5-D462-0E3C0D52C981}"/>
              </a:ext>
            </a:extLst>
          </p:cNvPr>
          <p:cNvSpPr txBox="1"/>
          <p:nvPr/>
        </p:nvSpPr>
        <p:spPr>
          <a:xfrm>
            <a:off x="0" y="3970867"/>
            <a:ext cx="497052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Risks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Will be on PTO next week, may miss deadline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Issue 2 came up, may miss deadline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Not clear if model A will be debugged by then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Deployment XYZ may break my code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07A5E-2AF9-60B6-B9D2-3B8C6C1E59DC}"/>
              </a:ext>
            </a:extLst>
          </p:cNvPr>
          <p:cNvSpPr txBox="1"/>
          <p:nvPr/>
        </p:nvSpPr>
        <p:spPr>
          <a:xfrm>
            <a:off x="0" y="369332"/>
            <a:ext cx="58758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Complete implementing model  X in PyTorch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Run simulations, summarize results, put it </a:t>
            </a:r>
            <a:r>
              <a:rPr lang="en-US" b="1" u="sng" dirty="0">
                <a:solidFill>
                  <a:srgbClr val="0070C0"/>
                </a:solidFill>
              </a:rPr>
              <a:t>here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Meet business stakeholders, put meeting notes </a:t>
            </a:r>
            <a:r>
              <a:rPr lang="en-US" b="1" u="sng" dirty="0">
                <a:solidFill>
                  <a:srgbClr val="0070C0"/>
                </a:solidFill>
              </a:rPr>
              <a:t>here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Analyze GitHub issue 235 and add bug report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Make changes to code in branch </a:t>
            </a:r>
            <a:r>
              <a:rPr lang="en-US" b="1" dirty="0"/>
              <a:t>feature/feature_1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AD6648-0F8B-836B-2AED-ADAB074F0412}"/>
              </a:ext>
            </a:extLst>
          </p:cNvPr>
          <p:cNvSpPr txBox="1"/>
          <p:nvPr/>
        </p:nvSpPr>
        <p:spPr>
          <a:xfrm>
            <a:off x="0" y="2031326"/>
            <a:ext cx="3266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business outcomes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0C976A-4601-6820-FBDE-0A4C751912CE}"/>
              </a:ext>
            </a:extLst>
          </p:cNvPr>
          <p:cNvSpPr txBox="1"/>
          <p:nvPr/>
        </p:nvSpPr>
        <p:spPr>
          <a:xfrm>
            <a:off x="0" y="2400658"/>
            <a:ext cx="58758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Improve prediction accuracy by 2 percent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Find if design A will save $10k more than design B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Get alignment and sign-off on business requirements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Will know why issue A happens every Monday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Will be able to account for ABC while planning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125537-5C54-4819-0FD8-20BFFE0B46E5}"/>
              </a:ext>
            </a:extLst>
          </p:cNvPr>
          <p:cNvSpPr txBox="1"/>
          <p:nvPr/>
        </p:nvSpPr>
        <p:spPr>
          <a:xfrm>
            <a:off x="6096000" y="2031326"/>
            <a:ext cx="3253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Achieved business outcomes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F33148-5936-6C95-A56B-057007E64A98}"/>
              </a:ext>
            </a:extLst>
          </p:cNvPr>
          <p:cNvCxnSpPr/>
          <p:nvPr/>
        </p:nvCxnSpPr>
        <p:spPr>
          <a:xfrm>
            <a:off x="0" y="3970867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CFDBE4D-1084-076E-FF96-53F60181EDB4}"/>
              </a:ext>
            </a:extLst>
          </p:cNvPr>
          <p:cNvSpPr txBox="1"/>
          <p:nvPr/>
        </p:nvSpPr>
        <p:spPr>
          <a:xfrm>
            <a:off x="6096000" y="3970867"/>
            <a:ext cx="5424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Blockers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Cannot implement feature A before I get data B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Person A is on PTO, need his feedback to deliver 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2D539B-CF19-DFF7-8934-6E0C9AB9F21A}"/>
              </a:ext>
            </a:extLst>
          </p:cNvPr>
          <p:cNvSpPr txBox="1"/>
          <p:nvPr/>
        </p:nvSpPr>
        <p:spPr>
          <a:xfrm>
            <a:off x="6095999" y="5003800"/>
            <a:ext cx="48815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Dependencies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Need help from Person A to deliver feature B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233419-C5A7-12E6-7783-27DF5036D42A}"/>
              </a:ext>
            </a:extLst>
          </p:cNvPr>
          <p:cNvSpPr txBox="1"/>
          <p:nvPr/>
        </p:nvSpPr>
        <p:spPr>
          <a:xfrm>
            <a:off x="6103103" y="369332"/>
            <a:ext cx="587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Same things as left hand side for past week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4BC5D2-1FF2-099B-1A1B-27E6C437ABB2}"/>
              </a:ext>
            </a:extLst>
          </p:cNvPr>
          <p:cNvSpPr txBox="1"/>
          <p:nvPr/>
        </p:nvSpPr>
        <p:spPr>
          <a:xfrm>
            <a:off x="6095999" y="2400658"/>
            <a:ext cx="587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Same things as left hand side for past week</a:t>
            </a:r>
          </a:p>
        </p:txBody>
      </p:sp>
    </p:spTree>
    <p:extLst>
      <p:ext uri="{BB962C8B-B14F-4D97-AF65-F5344CB8AC3E}">
        <p14:creationId xmlns:p14="http://schemas.microsoft.com/office/powerpoint/2010/main" val="3276091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13658</TotalTime>
  <Words>188</Words>
  <Application>Microsoft Macintosh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Shukla, Ashutosh</dc:creator>
  <cp:lastModifiedBy>Shukla, Ashutosh</cp:lastModifiedBy>
  <cp:revision>3</cp:revision>
  <dcterms:created xsi:type="dcterms:W3CDTF">2026-07-25T17:10:54Z</dcterms:created>
  <dcterms:modified xsi:type="dcterms:W3CDTF">2026-08-04T04:49:39Z</dcterms:modified>
</cp:coreProperties>
</file>